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6382" cy="685800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56382" cy="6858000"/>
          </a:xfrm>
          <a:prstGeom prst="rect">
            <a:avLst/>
          </a:prstGeom>
          <a:solidFill>
            <a:srgbClr val="20B0F0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56382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56382" cy="6858000"/>
          </a:xfrm>
          <a:prstGeom prst="rect">
            <a:avLst/>
          </a:prstGeom>
          <a:solidFill>
            <a:srgbClr val="3A4FD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66">
              <a:alpha val="45000"/>
            </a:srgbClr>
          </a:solidFill>
          <a:ln/>
        </p:spPr>
      </p:sp>
      <p:pic>
        <p:nvPicPr>
          <p:cNvPr id="7" name="Image 0" descr="/mnt/workspace/input/DEF_Logo_Noppa_w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645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titel van uw deck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korte ondertitel die de kern van uw verhaal vertelt.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4663440"/>
            <a:ext cx="1097280" cy="73152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Spreker · Functie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mei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82296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 staan we vandaag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10698480" cy="0"/>
          </a:xfrm>
          <a:prstGeom prst="line">
            <a:avLst/>
          </a:prstGeom>
          <a:noFill/>
          <a:ln w="9525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uitdaging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 dat we oplossen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19272"/>
            <a:ext cx="10698480" cy="0"/>
          </a:xfrm>
          <a:prstGeom prst="line">
            <a:avLst/>
          </a:prstGeom>
          <a:noFill/>
          <a:ln w="9525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3736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aanpak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Noppa waarde levert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96512"/>
            <a:ext cx="10698480" cy="0"/>
          </a:xfrm>
          <a:prstGeom prst="line">
            <a:avLst/>
          </a:prstGeom>
          <a:noFill/>
          <a:ln w="9525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3736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impact in cijfers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873752"/>
            <a:ext cx="10698480" cy="0"/>
          </a:xfrm>
          <a:prstGeom prst="line">
            <a:avLst/>
          </a:prstGeom>
          <a:noFill/>
          <a:ln w="9525">
            <a:solidFill>
              <a:srgbClr val="E4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37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73736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stappen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5257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doen we morgen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650992"/>
            <a:ext cx="10698480" cy="0"/>
          </a:xfrm>
          <a:prstGeom prst="line">
            <a:avLst/>
          </a:prstGeom>
          <a:noFill/>
          <a:ln w="9525">
            <a:solidFill>
              <a:srgbClr val="E4E9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822960" cy="73152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uitdaging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ondertitel die context geeft aan deze sectie.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we zien gebeuren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82296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 patronen die telkens terugkomen bij organisaties die nog niet ten volle uit Microsoft 365 halen wat er in zit.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00D0F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Versnipperd gebruik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SharePoint en OneDrive worden naast elkaar gebruikt — niet sámen.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00D0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Onbenutte features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Loop en Planner staan klaar maar krijgen geen plek in de werkstroom.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548640" cy="548640"/>
          </a:xfrm>
          <a:prstGeom prst="ellipse">
            <a:avLst/>
          </a:prstGeom>
          <a:solidFill>
            <a:srgbClr val="00D0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adoptie-eigenaar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voelt zich verantwoordelijk voor het ritme van leren en bijsturen.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1554480"/>
            <a:ext cx="3931920" cy="4297680"/>
          </a:xfrm>
          <a:prstGeom prst="roundRect">
            <a:avLst>
              <a:gd name="adj" fmla="val 3488"/>
            </a:avLst>
          </a:prstGeom>
          <a:solidFill>
            <a:srgbClr val="0F2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1554480"/>
            <a:ext cx="3931920" cy="640080"/>
          </a:xfrm>
          <a:prstGeom prst="roundRect">
            <a:avLst>
              <a:gd name="adj" fmla="val 21429"/>
            </a:avLst>
          </a:prstGeom>
          <a:solidFill>
            <a:srgbClr val="00D0F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600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één oogopslag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2468880"/>
            <a:ext cx="36576" cy="50292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24688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van de licenties wordt ondergebruikt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3246120"/>
            <a:ext cx="36576" cy="50292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246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op 3 medewerkers kent Copilot niet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4023360"/>
            <a:ext cx="36576" cy="50292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023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Adoptie hangt op individuele helden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680960" y="4800600"/>
            <a:ext cx="36576" cy="50292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4800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meetbaar ritme van bijsturen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impact in getallen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82296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116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457200" cy="73152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06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097280" y="43891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tijdwinst per medewerker per week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377440"/>
            <a:ext cx="45720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606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3,1×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800600" y="43891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snellere adoptie van nieuwe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377440"/>
            <a:ext cx="457200" cy="73152"/>
          </a:xfrm>
          <a:prstGeom prst="rect">
            <a:avLst/>
          </a:prstGeom>
          <a:solidFill>
            <a:srgbClr val="3A4FD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6060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€ 18k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503920" y="43891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besparing per 100 medewerkers per jaar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aanpak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82296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 sporen die parallel lopen — geen sequentieel watervalproject.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3474720" cy="164592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brengen huidig gebruik in beeld via Microsoft Graph en interviews.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3774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377440"/>
            <a:ext cx="3474720" cy="16459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6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3840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trainingen, praktische templates en zichtbare quick wins.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3774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377440"/>
            <a:ext cx="3474720" cy="164592"/>
          </a:xfrm>
          <a:prstGeom prst="rect">
            <a:avLst/>
          </a:prstGeom>
          <a:solidFill>
            <a:srgbClr val="3A4FD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Verankeren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0" y="3840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Adoptie-rituelen, governance en meting in het ritme van de organisatie.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Tijdlijn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82296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657600"/>
            <a:ext cx="10698480" cy="0"/>
          </a:xfrm>
          <a:prstGeom prst="line">
            <a:avLst/>
          </a:prstGeom>
          <a:noFill/>
          <a:ln w="25400">
            <a:solidFill>
              <a:srgbClr val="E4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8790" y="3337560"/>
            <a:ext cx="640080" cy="640080"/>
          </a:xfrm>
          <a:prstGeom prst="ellipse">
            <a:avLst/>
          </a:prstGeom>
          <a:solidFill>
            <a:srgbClr val="00D0F0"/>
          </a:solidFill>
          <a:ln/>
        </p:spPr>
      </p:sp>
      <p:sp>
        <p:nvSpPr>
          <p:cNvPr id="8" name="Text 6"/>
          <p:cNvSpPr/>
          <p:nvPr/>
        </p:nvSpPr>
        <p:spPr>
          <a:xfrm>
            <a:off x="174879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155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155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8670" y="4206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beschrijving van wat er in deze fase gebeurt.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23410" y="3337560"/>
            <a:ext cx="640080" cy="640080"/>
          </a:xfrm>
          <a:prstGeom prst="ellipse">
            <a:avLst/>
          </a:prstGeom>
          <a:solidFill>
            <a:srgbClr val="20B0F0"/>
          </a:solidFill>
          <a:ln/>
        </p:spPr>
      </p:sp>
      <p:sp>
        <p:nvSpPr>
          <p:cNvPr id="13" name="Text 11"/>
          <p:cNvSpPr/>
          <p:nvPr/>
        </p:nvSpPr>
        <p:spPr>
          <a:xfrm>
            <a:off x="442341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4617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4617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63290" y="4206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beschrijving van wat er in deze fase gebeurt.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98030" y="3337560"/>
            <a:ext cx="640080" cy="640080"/>
          </a:xfrm>
          <a:prstGeom prst="ellipse">
            <a:avLst/>
          </a:prstGeom>
          <a:solidFill>
            <a:srgbClr val="2060E0"/>
          </a:solidFill>
          <a:ln/>
        </p:spPr>
      </p:sp>
      <p:sp>
        <p:nvSpPr>
          <p:cNvPr id="18" name="Text 16"/>
          <p:cNvSpPr/>
          <p:nvPr/>
        </p:nvSpPr>
        <p:spPr>
          <a:xfrm>
            <a:off x="709803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079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079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37910" y="4206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beschrijving van wat er in deze fase gebeurt.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72650" y="3337560"/>
            <a:ext cx="640080" cy="640080"/>
          </a:xfrm>
          <a:prstGeom prst="ellipse">
            <a:avLst/>
          </a:prstGeom>
          <a:solidFill>
            <a:srgbClr val="3A4FD0"/>
          </a:solidFill>
          <a:ln/>
        </p:spPr>
      </p:sp>
      <p:sp>
        <p:nvSpPr>
          <p:cNvPr id="23" name="Text 21"/>
          <p:cNvSpPr/>
          <p:nvPr/>
        </p:nvSpPr>
        <p:spPr>
          <a:xfrm>
            <a:off x="977265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9541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8+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9541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Verankering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12530" y="42062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 beschrijving van wat er in deze fase gebeurt.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280160" y="2194560"/>
            <a:ext cx="9875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 heeft ons geleerd dat Microsoft 365 geen tool is maar een werkstijl. Het ritme dat zij brachten is gebleven.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4754880"/>
            <a:ext cx="548640" cy="54864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Naam van klant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Functie · Organisatie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doen we morgen?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822960" cy="73152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2060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kennismaking van 30 minuten — wij brengen koffie.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2060E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291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gratis Microsoft 365-scan met onze Graph-tool.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572000"/>
            <a:ext cx="548640" cy="548640"/>
          </a:xfrm>
          <a:prstGeom prst="ellipse">
            <a:avLst/>
          </a:prstGeom>
          <a:solidFill>
            <a:srgbClr val="2060E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389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pilot van vier weken met één team.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08792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56382" cy="6858000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56382" cy="6858000"/>
          </a:xfrm>
          <a:prstGeom prst="rect">
            <a:avLst/>
          </a:prstGeom>
          <a:solidFill>
            <a:srgbClr val="20B0F0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56382" cy="6858000"/>
          </a:xfrm>
          <a:prstGeom prst="rect">
            <a:avLst/>
          </a:prstGeom>
          <a:solidFill>
            <a:srgbClr val="2060E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56382" cy="6858000"/>
          </a:xfrm>
          <a:prstGeom prst="rect">
            <a:avLst/>
          </a:prstGeom>
          <a:solidFill>
            <a:srgbClr val="3A4FD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66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Bedankt.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Klaar om de volgende stap te zetten?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097280" cy="73152"/>
          </a:xfrm>
          <a:prstGeom prst="rect">
            <a:avLst/>
          </a:prstGeom>
          <a:solidFill>
            <a:srgbClr val="00D0F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Noppa Solutions &amp; Consultants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Pijlkruid 44 · 5258 BW Berlicum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hello@noppa.nl  ·  noppa.nl</a:t>
            </a:r>
            <a:endParaRPr lang="en-US" sz="1600" dirty="0"/>
          </a:p>
        </p:txBody>
      </p:sp>
      <p:pic>
        <p:nvPicPr>
          <p:cNvPr id="14" name="Image 0" descr="/mnt/workspace/input/DEF_Logo_Noppa_w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5669280"/>
            <a:ext cx="173736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Noppa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Noppa — Deck template</dc:title>
  <dc:subject>PptxGenJS Presentation</dc:subject>
  <dc:creator>PptxGenJS</dc:creator>
  <cp:lastModifiedBy>PptxGenJS</cp:lastModifiedBy>
  <cp:revision>1</cp:revision>
  <dcterms:created xsi:type="dcterms:W3CDTF">2026-05-21T11:49:30Z</dcterms:created>
  <dcterms:modified xsi:type="dcterms:W3CDTF">2026-05-21T11:49:30Z</dcterms:modified>
</cp:coreProperties>
</file>